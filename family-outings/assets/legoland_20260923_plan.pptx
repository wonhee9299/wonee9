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54864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18872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118872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중심 · 문 앞 → 문 앞 최종 일정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86080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0332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2026-09-23(수)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644" y="3703320"/>
            <a:ext cx="124358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66644" y="37033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출발·복귀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3108" y="3703320"/>
            <a:ext cx="149047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3108" y="3703320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아빠+8세+3세후반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6460" y="3703320"/>
            <a:ext cx="87325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6460" y="3703320"/>
            <a:ext cx="873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지참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6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도보(PINK) 실측 반영 · 드래곤 100~120cm 재확인 · 영화 상영시간 재검증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상황 — 공연 없이 드래곤에 집중하는 이유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공연 없음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V.I.M 몬스터파티는 화·수 제외 운영 — 수요일인 내일은 안 열림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최고 24~29℃ · 최저 12~20℃, 대체로 맑음. 일교차 커서 겉옷 필요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691640"/>
            <a:ext cx="502920" cy="502920"/>
          </a:xfrm>
          <a:prstGeom prst="ellipse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331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= 최고 인기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파크 유일 스릴라이드이자 최고 인기 — “사람 적을 것” 낙관 금지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11247120" cy="2331720"/>
          </a:xfrm>
          <a:prstGeom prst="roundRect">
            <a:avLst>
              <a:gd name="adj" fmla="val 313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348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내일은 시즌 이벤트가 거의 없는 날입니다. 시간표에 맞출 공연이 없으니, 하루를 “드래곤 코스터를 몇 번 타느냐” 하나에 맞춰 설계했습니다. 개장 직후(55분)와 폐장 전(65분), 두 번 몰아서 집중 탑승하고, 그 사이에 스탬프 6곳 · 어트랙션 9종 · 영화 1편 · 점심을 끼워 넣는 구조입니다.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FF3FB"/>
          </a:solidFill>
          <a:ln w="12700">
            <a:solidFill>
              <a:srgbClr val="D8E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4A7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검증: 캐슬(드래곤)↔시티는 파크 반대편 — 왕복 1회로 압축. 이동 구간은 별도 줄로 표기, 시간은 추정치(맵이 스케일 보증 안 함, D등급)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00784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07:55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웨건 · 도시락(밥+스팸) · 여벌옷 적재 후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09:05~09:15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69분(무정체 기준) + 여유 — 하중도 주차장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09:15~09:25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우선 요청(도보 최단), 화장실 미리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09:25~09:35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→ 입구, 실측 약 450~500m · 8~10분 (기존 “5분” 통설보다 김)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09:35~10:00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대기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 대기, 짐 정리, 몬스터 랠리 전단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10:00~10:05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입구→캐슬, 브릭스트릿·브릭토피아 무정차 통과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10:05~11:00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1차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55분 — 내려서 바로 재입장 반복. 스탬프① 자동 완료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11:00~11:15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캐슬존 잔여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Merlin's Flying Machines (90~120cm 동반)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11:15~11:20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캐슬→NINJAGO World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11:20~12:00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 World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Masters of Spinjitzu + LEGO NINJAGO The Ride — 스탬프②③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12:00~12:15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NINJAGO→미니랜드→해적의 바다→시티 (통과만, 라이드 없음)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12:15~13:00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점심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밥+스팸 도시락, LEGO City 존 내 벤치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13:00~13:20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13:20~13:40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Coast Guard Academy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Racers보다 덜 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13:40~14:05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Palace 4D Cinema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도착 즉시 앱으로 상영 시각 확인 후 배정 — 다음 슬라이드 참고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14:05~14:20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환복·휴식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물놀이 옷 갈아입기 (시티 화장실)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14:20~14:35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시티→해적의 바다→미니랜드→NINJAGO→캐슬 (귀환)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14:35~15:40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2차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65분 — 폐장 전 두 번째로 비는 시간대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15:40~15:45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캐슬→브릭토피아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15:45~16:15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Bricktopia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LEGOLAND Lookout(스탬프④) + 브릭토피아 라운지(스탬프⑤) + Monkey Climb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16:15~16:20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브릭토피아→브릭스트릿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16:20~16:45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 Street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Factory Adventure Ride — 스탬프⑥ 완성! 리워드(배지+젤리)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16:45~16:55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브릭스트릿→출구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퇴장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폐장(17:00) 5분 전 — 여유 없음, 늦어지면 Bricktopia 축소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16:55~17:05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→ PINK, 8~10분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17:05~17:20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출차 준비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사전 정산, 웨건 정리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주차장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18:25~18:35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왕복 이동 약 2시간 38분(주행 69분×2 + 도보 20분)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공식 파크맵에 표시</a:t>
            </a:r>
            <a:endParaRPr lang="en-US" sz="2600" dirty="0"/>
          </a:p>
        </p:txBody>
      </p:sp>
      <p:pic>
        <p:nvPicPr>
          <p:cNvPr id="4" name="Image 0" descr="../route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7217664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49184" y="1234440"/>
            <a:ext cx="3755136" cy="5074920"/>
          </a:xfrm>
          <a:prstGeom prst="roundRect">
            <a:avLst>
              <a:gd name="adj" fmla="val 1948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3504" y="1463040"/>
            <a:ext cx="3206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이 순서인가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3504" y="1920240"/>
            <a:ext cx="320649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캐슬(드래곤)과 시티는 루프의 정반대 끝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기존안은 이 둘을 3번 오갔음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순서는 왕복을 1번(④)으로 압축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④만 대형 이동, 나머지는 전부 인접 구역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거리는 지도 기준 순서일 뿐 — 맵이 스케일을 보증 안 함(D등급)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PARKING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주차 — PINK 도보, 실측 거리로 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실측 결과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450~500m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→ 입구, 직선거리 (사용자 제공 실제 지도, 축척 실측)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8~10분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도보 소요 추정 — 통설 “5분”보다 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12,000원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왕복 주차 고정 요금(5시간 초과 시 일 최대, 그 이상 추가 없음)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갓길주차 — 검토했지만 비권장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116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 승용차용 공식 정차 구역 없음 — 입구 앞 하차 구역은 대형버스·단체차량 전용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솔로 대디 특성상 “드롭오프 후 혼자 가서 주차” 방식 자체가 성립 안 함(아이 둘을 두고 갈 수 없음)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리조트 사유지 진입로라 단속 가능성 배제 못 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114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PINK로 걸어가되, 8~10분을 감안하고 셔틀(BLUE·YELLOW 중앙통로)을 백업으로 둔다.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ATTRACTIONS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탈 어트랙션 9종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실내 다크라이드로 성 내부를 둘러보다 레드 드래곤과 마주치며 급강하·급발진. 526m·최고 56km/h, 번쩍이는 조명 연출. 100~120cm 보호자 동반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5196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1655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655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Masters of Spinjitzu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닌자 원소의 힘을 깨워 즐기는 360도 스핀 액션. 핸들을 직접 돌려 회전 속도 조절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1131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The Ride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4D 라이드 — 손으로 불·얼음·번개·대지 파워를 쏘며 스크린 속 대모험. 총 쏘는 동작이라 8세가 좋아할 만함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LEGOLAND Lookout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43m 높이 전망대. 파크 전체와 호수 조망. 스릴 없음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5196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1655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655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Monkey Climb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1655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그물 정글짐을 등반한 뒤 자유낙하로 하강. 반복 탑승하는 아이들 많음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4672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131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131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Wave Racers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보트를 조종하며 파도와 물대포를 회피·명중. 확실히 젖음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Coast Guard Academy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해상 경비대 보트로 부둣가를 순찰하며 장애물 회피. Wave Racers보다 덜 젖음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5196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41655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Merlin's Flying Machines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80060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41655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페달·핸들로 직접 힘을 줘 얼마나 높이 나는지 겨루는 라이드. 체력 소모 있음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04672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21131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21131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Factory Adventure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59536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 Street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1131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미니피겨 크기로 작아져 LEGO 생산 과정을 구경하는 다크라이드. 아시아 레고랜드 중 이 파크 전용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CINEMA — RE-VERIFIED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영화 — Palace 4D Cinema, 다시 제대로 확인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정정 — “하루 6회, 11:30/13:30/15:30”는 근거가 부족했습니다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10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페이지 원문을 다시 직접 받아 확인한 결과, 상영 시각은 어디에도 고정 시간표로 나오지 않습니다. 대신 페이지가 두 번이나 명시적으로 이렇게 말합니다: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“Download our mobile app for showtimes!” — 공식 페이지 원문(영문), 2회 반복 게재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589520"/>
                <a:gridCol w="128016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상영작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LEGO® CITY 4D: Officer in Pursuit (한국어 ‘추격하는 경찰관!’)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미니피겨 경찰이 범인을 쫓는 4D 코미디 액션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소요·좌석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10분 / 497석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효과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대형 스크린 + 입체 사운드 + 물·바람·거품·인공눈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 시각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고정 시간표 없음 — 공식 앱에서 당일 확인 필요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신장·나이 제한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없음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LEGO City 구간(13:00~14:05) 안에서 도착 즉시 앱으로 상영 시각을 확인하고 그 사이 시간에 맞춰 넣습니다.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STAMPS &amp; CHECKLIST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 · 최종 체크리스트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Masters of Spinjitzu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NINJAGO The Ride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LEGOLAND Lookout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 브릭토피아 라운지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 Factory Adventure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완주 시 몬스터 배지 + 젤리 수령 (16:20~16:45, Brick Street)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현장에서 마지막으로 확인할 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배정 가능 여부 (안내 요원에게 요청)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39572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전단 — 스탬프 6곳 정확한 목록 재확인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296265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9169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Palace 4D Cinema 상영 시각 — 공식 앱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5295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838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대기시간 — 10:05 첫 확인 후 몰아타기 지속 여부 판단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09651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050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셔틀 탑재 가능 여부(PINK 도보로 대체 시 불필요)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2026-09-22T21:36:44Z</dcterms:created>
  <dcterms:modified xsi:type="dcterms:W3CDTF">2026-09-22T21:36:44Z</dcterms:modified>
</cp:coreProperties>
</file>