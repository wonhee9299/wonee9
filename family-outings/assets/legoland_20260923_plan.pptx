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열림. 대신 Palace 4D Cinema(영화)가 오늘의 유일한 공연성 콘텐츠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27632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27632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11247120" cy="2240280"/>
          </a:xfrm>
          <a:prstGeom prst="roundRect">
            <a:avLst>
              <a:gd name="adj" fmla="val 3265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96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8056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1편(오늘의 실질적 공연)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12:15~12:55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12:55~13:15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13:15~13:35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13:35~13:55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13:55~14:25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자유시간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City 존 내 — 영화 오픈(14:30) 전 대기, 기념품·간식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14:25~14:40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14:30 쇼타임 — 앱 실측 운영시간 오후 2:30~5:00, 1시간 간격.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14:40~14:55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14:55~16:00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16:00~16:05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— Monkey Climb는 시간상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16:25~16:50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16:50~16:55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영화 넣느라 뒤가 빡빡함, 늦어지면 Bricktopia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1/4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전체 개요 (공식 파크맵에 표시)</a:t>
            </a:r>
            <a:endParaRPr lang="en-US" sz="2600" dirty="0"/>
          </a:p>
        </p:txBody>
      </p:sp>
      <p:pic>
        <p:nvPicPr>
          <p:cNvPr id="4" name="Image 0" descr="../route_final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502484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88284" y="1234440"/>
            <a:ext cx="2516036" cy="5074920"/>
          </a:xfrm>
          <a:prstGeom prst="roundRect">
            <a:avLst>
              <a:gd name="adj" fmla="val 290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389452" y="1417320"/>
            <a:ext cx="2113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 순서인가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389452" y="1801368"/>
            <a:ext cx="21137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캐슬↔시티는 루프의 정반대 끝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기존안은 이 둘을 3번 오갔음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순서는 왕복 1번(④)으로 압축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다음 3장은 각 구역 확대판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2/4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LEGO Castle 확대 (드래곤 코스터)</a:t>
            </a:r>
            <a:endParaRPr lang="en-US" sz="2600" dirty="0"/>
          </a:p>
        </p:txBody>
      </p:sp>
      <p:pic>
        <p:nvPicPr>
          <p:cNvPr id="4" name="Image 0" descr="../detail_cas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6191" y="1280160"/>
            <a:ext cx="5776570" cy="4709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코스터(10:05~11:00 1차, 14:55~16:00 2차) → ② Merlin's Flying Machines(11:00~11:15)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3/4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LEGO City 확대 (물놀이 + 영화)</a:t>
            </a:r>
            <a:endParaRPr lang="en-US" sz="2600" dirty="0"/>
          </a:p>
        </p:txBody>
      </p:sp>
      <p:pic>
        <p:nvPicPr>
          <p:cNvPr id="4" name="Image 0" descr="../detail_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476" y="1325880"/>
            <a:ext cx="9906000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Wave Racers → ④ Coast Guard Academy → ⑤ Palace 4D Cinema(14:30 쇼) — 순서대로 이동하면 동선 낭비 없음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4/4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Bricktopia·Brick Street 확대</a:t>
            </a:r>
            <a:endParaRPr lang="en-US" sz="2600" dirty="0"/>
          </a:p>
        </p:txBody>
      </p:sp>
      <p:pic>
        <p:nvPicPr>
          <p:cNvPr id="4" name="Image 0" descr="../detail_bricktop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4763" y="1280160"/>
            <a:ext cx="8679426" cy="4892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LEGOLAND Lookout(스탬프④) → ⑦ LEGO Factory Adventure(스탬프⑥) — Monkey Climb는 오늘 일정상 생략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다크라이드로 성 내부를 둘러보다 레드 드래곤과 마주치며 급강하·급발진. 526m·최고 56km/h, 번쩍이는 조명 연출. 100~120cm 보호자 동반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5196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닌자 원소의 힘을 깨워 즐기는 360도 스핀 액션. 핸들을 직접 돌려 회전 속도 조절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라이드 — 손으로 불·얼음·번개·대지 파워를 쏘며 스크린 속 대모험. 총 쏘는 동작이라 8세가 좋아할 만함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높이 전망대. 파크 전체와 호수 조망. 스릴 없음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5196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정글짐을 등반한 뒤 자유낙하로 하강. 반복 탑승하는 아이들 많음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보트를 조종하며 파도와 물대포를 회피·명중. 확실히 젖음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해상 경비대 보트로 부둣가를 순찰하며 장애물 회피. Wave Racers보다 덜 젖음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5196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페달·핸들로 직접 힘을 줘 얼마나 높이 나는지 겨루는 라이드. 체력 소모 있음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4672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작아져 LEGO 생산 과정을 구경하는 다크라이드. 아시아 레고랜드 중 이 파크 전용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CONFIRMED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앱 실측 화면으로 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— 오후에만 운영, 개장 직후엔 상영 안 함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홈페이지엔 고정 시간표가 없었지만, 레고랜드 공식 앱 화면을 직접 캡처해 확인한 결과 운영시간과 쇼타임이 명확했습니다. 이전 일정의 “13:40 상영” 배치는 오픈 전이라 불가능했던 것으로 정정합니다.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오후 2:30~5:00 운영 · 쇼타임 2:30 / 3:30 / 4:30 (1시간 간격) — 공식 앱 화면 실측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운영시간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오후 2:30~5:00, 쇼타임 2:30/3:30/4:30 — 앱 화면 실측(오늘 기준)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변동 가능성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“현장 상황에 따라 예고 없이 중단·변동될 수 있음” — 앱 공식 문구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2:30 쇼에 맞춰 시티 구간을 14:25까지 늘리고, 캐슬 귀환·드래곤 2차를 그만큼 늦춥니다. 뒤 시간을 맞추려 Bricktopia의 Monkey Climb는 생략.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14:30 쇼 — 앱에서 변동 여부 재확인(예고 없이 바뀔 수 있음)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— 실제 후기로 확인됨(B등급), PINK 도보 시엔 불필요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CAUTIONS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주의점 — 오늘 계획의 위험 요소와 근거 등급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40664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왜 주의해야 하나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 시간 빡빡함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 퇴장 예정 — 영화를 넣느라 뒤 일정에 여유가 거의 없음. 늦어지면 Bricktopia부터 생략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C574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—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영화 상영시간 변동 가능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앱 자체가 “예고 없이 중단·변동될 수 있음”이라 명시. 캡처는 방문 전날 밤 기준 스냅샷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드래곤 코스터 100~120cm 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보호자 동반 조건까지 공식 원문으로 재확인했지만, 최종 판단은 현장 신장 측정대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배정 불확실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안내 요원에게 요청하는 사항이라 보장 안 됨 — 못 받으면 도보 8~10분보다 더 걸릴 수 있음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구역 간 이동 시간은 전부 추정치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공식 파크맵이 “실제 스케일 아님”이라 명시 — 인접 3~5분, 대형 이동 12~15분은 순서 기반 추정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몬스터 랠리 스탬프 목록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단일 언론 기사 기반, 2차 교차확인 못 함 — 전단으로 현장 재확인 권장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일교차·젖는 라이드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최저 12℃~최고 29℃ + Wave Racers·Coast Guard·Cinema 모두 물 사용 — 겉옷·여벌옷 필수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등급: A=공식 확인 · B=2차 자료 교차확인 · D=미확인(추정) · —=계획 설계상 리스크(사실 확인 대상 아님)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방문 결과 — 2026-09-23(수) 검증 완료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2768"/>
            <a:ext cx="411480" cy="41148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572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544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“평일 = 무제한 탑승” 확인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 실측 스크린샷 기준 거의 모든 어트랙션 대기시간이 5분 내외. 드래곤 코스터도 몰아타기 없이 오전에만 3회 탑승 성공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371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572768"/>
            <a:ext cx="411480" cy="41148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572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5544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영화 시간표 정정, 현장과 일치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14884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사전에 “30분 간격” 오류를 “1시간 간격(2:30/3:30/4:30)”으로 정정한 정보가 실제 앱 화면과 그대로 맞아떨어짐 — 일정 충돌 없이 관람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721608"/>
            <a:ext cx="411480" cy="41148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721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가성비 0원 달성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2976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패스트트랙 구매 안 함 · 유모차·웨건 대여 안 함. 대기시간이 짧아 추가 지출 없이도 목표 어트랙션을 전부 소화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52044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721608"/>
            <a:ext cx="411480" cy="41148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3721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캐슬↔시티 동선 원칙 실증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2976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“루프 반대편 왕복은 1회로 압축” 원칙대로 이동해 동선 낭비 없이 하루를 완주함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6235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 — 평일 방문 + 사전 리서치 조합이 실제로 통했다. 다음 방문에도 이 전략을 그대로 재사용 가능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2026-09-24T02:20:40Z</dcterms:created>
  <dcterms:modified xsi:type="dcterms:W3CDTF">2026-09-24T02:20:40Z</dcterms:modified>
</cp:coreProperties>
</file>