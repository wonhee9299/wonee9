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548640"/>
            <a:ext cx="502920" cy="502920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548640"/>
            <a:ext cx="502920" cy="50292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4" name="Shape 2"/>
          <p:cNvSpPr/>
          <p:nvPr/>
        </p:nvSpPr>
        <p:spPr>
          <a:xfrm>
            <a:off x="10424160" y="1188720"/>
            <a:ext cx="502920" cy="50292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5" name="Shape 3"/>
          <p:cNvSpPr/>
          <p:nvPr/>
        </p:nvSpPr>
        <p:spPr>
          <a:xfrm>
            <a:off x="11064240" y="1188720"/>
            <a:ext cx="502920" cy="502920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C72C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코스터 중심 · 문 앞 → 문 앞 최종 일정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3703320"/>
            <a:ext cx="1860804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703320"/>
            <a:ext cx="1860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2026-09-23(수)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866644" y="3703320"/>
            <a:ext cx="1243584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866644" y="370332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출발·복귀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3108" y="3703320"/>
            <a:ext cx="1490472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293108" y="3703320"/>
            <a:ext cx="1490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아빠+8세+3세후반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66460" y="3703320"/>
            <a:ext cx="873252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66460" y="3703320"/>
            <a:ext cx="8732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웨건 지참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B6D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도보(PINK) 실측 반영 · 드래곤 100~120cm 재확인 · 영화 상영시간 재검증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TODAY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오늘 상황 — 공연 없이 드래곤에 집중하는 이유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91640"/>
            <a:ext cx="502920" cy="502920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331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공연 없음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974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V.I.M 몬스터파티는 화·수 제외 운영 — 수요일인 내일은 안 열림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51960" y="141732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6280" y="1691640"/>
            <a:ext cx="502920" cy="502920"/>
          </a:xfrm>
          <a:prstGeom prst="ellipse">
            <a:avLst/>
          </a:prstGeom>
          <a:solidFill>
            <a:srgbClr val="0B6E6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6280" y="2331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날씨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6974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최고 24~29℃ · 최저 12~20℃, 대체로 맑음. 일교차 커서 겉옷 필요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41732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21040" y="1691640"/>
            <a:ext cx="502920" cy="502920"/>
          </a:xfrm>
          <a:prstGeom prst="ellipse">
            <a:avLst/>
          </a:prstGeom>
          <a:solidFill>
            <a:srgbClr val="1A244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21040" y="2331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= 최고 인기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6974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파크 유일 스릴라이드이자 최고 인기 — “사람 적을 것” 낙관 금지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794760"/>
            <a:ext cx="11247120" cy="2331720"/>
          </a:xfrm>
          <a:prstGeom prst="roundRect">
            <a:avLst>
              <a:gd name="adj" fmla="val 3137"/>
            </a:avLst>
          </a:prstGeom>
          <a:solidFill>
            <a:srgbClr val="FBF3F0"/>
          </a:solidFill>
          <a:ln w="12700">
            <a:solidFill>
              <a:srgbClr val="F0D9D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23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결론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43484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내일은 시즌 이벤트가 거의 없는 날입니다. 시간표에 맞출 공연이 없으니, 하루를 “드래곤 코스터를 몇 번 타느냐” 하나에 맞춰 설계했습니다. 개장 직후(55분)와 폐장 전(65분), 두 번 몰아서 집중 탑승하고, 그 사이에 스탬프 6곳 · 어트랙션 9종 · 영화 1편 · 점심을 끼워 넣는 구조입니다.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SCHEDULE 1/3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 → 미사 복귀 전체 일정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11247120" cy="438912"/>
          </a:xfrm>
          <a:prstGeom prst="roundRect">
            <a:avLst>
              <a:gd name="adj" fmla="val 12500"/>
            </a:avLst>
          </a:prstGeom>
          <a:solidFill>
            <a:srgbClr val="EFF3FB"/>
          </a:solidFill>
          <a:ln w="12700">
            <a:solidFill>
              <a:srgbClr val="D8E0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07008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A4A7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동선 검증: 캐슬(드래곤)↔시티는 파크 반대편 — 왕복 1회로 압축. 이동 구간은 별도 줄로 표기, 시간은 추정치(맵이 스케일 보증 안 함, D등급)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00784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79552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시각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구간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07:55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미사 출발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웨건 · 도시락(밥+스팸) · 여벌옷 적재 후 출발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09:05~09:15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약 69분(무정체 기준) + 여유 — 하중도 주차장 도착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09:15~09:25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주차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PINK 구역 우선 요청(도보 최단), 화장실 미리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09:25~09:35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도보 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PINK → 입구, 실측 약 450~500m · 8~10분 (기존 “5분” 통설보다 김)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09:35~10:00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입구 대기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개장 대기, 짐 정리, 몬스터 랠리 전단 수령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10:00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개장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입장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10:00~10:05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입구→캐슬, 브릭스트릿·브릭토피아 무정차 통과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10:05~11:00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★★★ 드래곤 1차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몰아타기 55분 — 내려서 바로 재입장 반복. 스탬프① 자동 완료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11:00~11:15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캐슬존 잔여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Merlin's Flying Machines (90~120cm 동반)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11:15~11:20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캐슬→NINJAGO World (인접 구역)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SCHEDULE 2/3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 → 미사 복귀 전체 일정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79552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시각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구간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11:20~12:00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NINJAGO World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Masters of Spinjitzu + LEGO NINJAGO The Ride — 스탬프②③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12:00~12:15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NINJAGO→미니랜드→해적의 바다→시티 (통과만, 라이드 없음)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12:15~13:00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점심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밥+스팸 도시락, LEGO City 존 내 벤치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13:00~13:20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Wave Racers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젖음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13:20~13:40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Coast Guard Academy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Wave Racers보다 덜 젖음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13:40~14:05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Palace 4D Cinema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도착 즉시 앱으로 상영 시각 확인 후 배정 — 다음 슬라이드 참고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14:05~14:20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환복·휴식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물놀이 옷 갈아입기 (시티 화장실)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14:20~14:35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시티→해적의 바다→미니랜드→NINJAGO→캐슬 (귀환)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14:35~15:40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★★★ 드래곤 2차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몰아타기 65분 — 폐장 전 두 번째로 비는 시간대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SCHEDULE 3/3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 → 미사 복귀 전체 일정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79552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시각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구간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15:40~15:45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캐슬→브릭토피아 (인접 구역)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15:45~16:15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Bricktopia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LEGOLAND Lookout(스탬프④) + 브릭토피아 라운지(스탬프⑤) + Monkey Climb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16:15~16:20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브릭토피아→브릭스트릿 (인접 구역)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16:20~16:45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Brick Street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LEGO Factory Adventure Ride — 스탬프⑥ 완성! 리워드(배지+젤리) 수령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16:45~16:55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브릭스트릿→출구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퇴장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폐장(17:00) 5분 전 — 여유 없음, 늦어지면 Bricktopia 축소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16:55~17:05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도보 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입구 → PINK, 8~10분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17:05~17:20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출차 준비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사전 정산, 웨건 정리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17:20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주차장 출발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18:25~18:35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미사 도착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왕복 이동 약 2시간 38분(주행 69분×2 + 도보 20분)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PARKING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주차 — PINK 도보, 실측 거리로 정정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실측 결과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574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약 450~500m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PINK 구역 → 입구, 직선거리 (사용자 제공 실제 지도, 축척 실측)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1089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8~10분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611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도보 소요 추정 — 통설 “5분”보다 김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1605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12,000원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663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왕복 주차 고정 요금(5시간 초과 시 일 최대, 그 이상 추가 없음)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371600"/>
            <a:ext cx="5532120" cy="4480560"/>
          </a:xfrm>
          <a:prstGeom prst="roundRect">
            <a:avLst>
              <a:gd name="adj" fmla="val 1633"/>
            </a:avLst>
          </a:prstGeom>
          <a:solidFill>
            <a:srgbClr val="FBF3F0"/>
          </a:solidFill>
          <a:ln w="12700">
            <a:solidFill>
              <a:srgbClr val="F0D9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갓길주차 — 검토했지만 비권장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01168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개인 승용차용 공식 정차 구역 없음 — 입구 앞 하차 구역은 대형버스·단체차량 전용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솔로 대디 특성상 “드롭오프 후 혼자 가서 주차” 방식 자체가 성립 안 함(아이 둘을 두고 갈 수 없음)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리조트 사유지 진입로라 단속 가능성 배제 못 함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41148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→ PINK로 걸어가되, 8~10분을 감안하고 셔틀(BLUE·YELLOW 중앙통로)을 백업으로 둔다.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ATTRACTIONS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오늘 탈 어트랙션 9종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65760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536192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21792" y="15361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813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코스터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556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Castle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029968"/>
            <a:ext cx="3328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실내 다크라이드 후 레드 드래곤과 마주치며 급강하. 526m·56km/h. 100~120cm 동반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51960" y="1371600"/>
            <a:ext cx="365760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16552" y="1536192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16552" y="15361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14813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Masters of Spinjitzu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7556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NINJAGO World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416552" y="2029968"/>
            <a:ext cx="3328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핸들로 회전 속도 조절하는 360도 스핀 라이드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46720" y="1371600"/>
            <a:ext cx="365760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11312" y="1536192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11312" y="15361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595360" y="14813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NINJAGO The Ride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595360" y="17556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NINJAGO World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211312" y="2029968"/>
            <a:ext cx="3328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4D — 손으로 불·얼음·번개·대지 파워를 쏘는 대모험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953512"/>
            <a:ext cx="365760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" y="3118104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2179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" y="306324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LEGOLAND Lookout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333756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Bricktopia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" y="3611880"/>
            <a:ext cx="3328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약 43m 전망대. 스릴 없이 파크 전경 조망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51960" y="2953512"/>
            <a:ext cx="365760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416552" y="3118104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41655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800600" y="306324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Monkey Climb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800600" y="333756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Bricktopia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416552" y="3611880"/>
            <a:ext cx="3328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그물 정글짐 등반 후 자유낙하 하강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046720" y="2953512"/>
            <a:ext cx="365760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211312" y="3118104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1131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8595360" y="306324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Wave Racers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595360" y="333756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City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11312" y="3611880"/>
            <a:ext cx="3328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보트로 파도·물대포 회피. 확실히 젖음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7200" y="4535424"/>
            <a:ext cx="365760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21792" y="4700016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21792" y="4700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1005840" y="4645152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Coast Guard Academy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05840" y="4919472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City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21792" y="5193792"/>
            <a:ext cx="3328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보트로 부둣가 순찰. Wave Racers보다 덜 젖음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251960" y="4535424"/>
            <a:ext cx="365760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4416552" y="4700016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416552" y="4700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4800600" y="4645152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Merlin's Flying Machines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800600" y="4919472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Castle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4416552" y="5193792"/>
            <a:ext cx="3328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직접 힘을 줘 비행 높이를 겨루는 라이드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046720" y="4535424"/>
            <a:ext cx="365760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8211312" y="4700016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8211312" y="4700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8595360" y="4645152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Factory Adventure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8595360" y="4919472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Brick Street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8211312" y="5193792"/>
            <a:ext cx="3328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미니피겨 크기로 LEGO 생산 과정 견학. 이 파크 전용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CINEMA — RE-VERIFIED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영화 — Palace 4D Cinema, 다시 제대로 확인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1051560"/>
          </a:xfrm>
          <a:prstGeom prst="roundRect">
            <a:avLst>
              <a:gd name="adj" fmla="val 6957"/>
            </a:avLst>
          </a:prstGeom>
          <a:solidFill>
            <a:srgbClr val="FBF3F0"/>
          </a:solidFill>
          <a:ln w="12700">
            <a:solidFill>
              <a:srgbClr val="F0D9D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813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정정 — “하루 6회, 11:30/13:30/15:30”는 근거가 부족했습니다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810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공식 페이지 원문을 다시 직접 받아 확인한 결과, 상영 시각은 어디에도 고정 시간표로 나오지 않습니다. 대신 페이지가 두 번이나 명시적으로 이렇게 말합니다: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1A244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6060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C72C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“Download our mobile app for showtimes!” — 공식 페이지 원문(영문), 2회 반복 게재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2044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589520"/>
                <a:gridCol w="1280160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항목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등급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상영작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LEGO® CITY 4D: Officer in Pursuit (한국어 ‘추격하는 경찰관!’)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미니피겨 경찰이 범인을 쫓는 4D 코미디 액션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소요·좌석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약 10분 / 497석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효과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대형 스크린 + 입체 사운드 + 물·바람·거품·인공눈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상영 시각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고정 시간표 없음 — 공식 앱에서 당일 확인 필요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신장·나이 제한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없음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→ LEGO City 구간(13:00~14:05) 안에서 도착 즉시 앱으로 상영 시각을 확인하고 그 사이 시간에 맞춰 넣습니다.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STAMPS &amp; CHECKLIST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몬스터 랠리 스탬프 6곳 · 최종 체크리스트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몬스터 랠리 스탬프 6곳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288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① 드래곤 코스터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3317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② Masters of Spinjitzu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8346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③ NINJAGO The Ride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33756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3375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④ LEGOLAND Lookout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840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⑤ 브릭토피아 라운지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34340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3434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⑥ LEGO Factory Adventure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937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완주 시 몬스터 배지 + 젤리 수령 (16:20~16:45, Brick Street)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13716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현장에서 마지막으로 확인할 것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309360" y="18288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17830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PINK 구역 배정 가능 여부 (안내 요원에게 요청)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2395728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0" y="235000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몬스터 랠리 전단 — 스탬프 6곳 정확한 목록 재확인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09360" y="2962656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0" y="2916936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Palace 4D Cinema 상영 시각 — 공식 앱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09360" y="3529584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0" y="3483864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코스터 대기시간 — 10:05 첫 확인 후 몰아타기 지속 여부 판단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09360" y="4096512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0" y="405079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웨건 셔틀 탑재 가능 여부(PINK 도보로 대체 시 불필요)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2026-09-22T12:08:35Z</dcterms:created>
  <dcterms:modified xsi:type="dcterms:W3CDTF">2026-09-22T12:08:35Z</dcterms:modified>
</cp:coreProperties>
</file>