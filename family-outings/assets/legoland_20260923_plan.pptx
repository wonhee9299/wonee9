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열림. 대신 Palace 4D Cinema(영화)가 오늘의 유일한 공연성 콘텐츠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27632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27632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11247120" cy="2240280"/>
          </a:xfrm>
          <a:prstGeom prst="roundRect">
            <a:avLst>
              <a:gd name="adj" fmla="val 3265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96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8056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1편(오늘의 실질적 공연)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12:15~13:00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13:00~13:20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13:20~13:40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13:40~14:05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도착 즉시 앱으로 상영 시각 확인 후 배정 —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14:05~14:20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14:20~14:35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14:35~15:40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15:40~15:45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15:45~16:15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+ Monkey Climb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16:15~16:20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16:45~16:55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여유 없음, 늦어지면 Bricktopia 축소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공식 파크맵에 표시</a:t>
            </a:r>
            <a:endParaRPr lang="en-US" sz="2600" dirty="0"/>
          </a:p>
        </p:txBody>
      </p:sp>
      <p:pic>
        <p:nvPicPr>
          <p:cNvPr id="4" name="Image 0" descr="../route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7217664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49184" y="1234440"/>
            <a:ext cx="3755136" cy="5074920"/>
          </a:xfrm>
          <a:prstGeom prst="roundRect">
            <a:avLst>
              <a:gd name="adj" fmla="val 1948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3504" y="1463040"/>
            <a:ext cx="3206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 순서인가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3504" y="1920240"/>
            <a:ext cx="320649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캐슬(드래곤)과 시티는 루프의 정반대 끝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기존안은 이 둘을 3번 오갔음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순서는 왕복을 1번(④)으로 압축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④만 대형 이동, 나머지는 전부 인접 구역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거리는 지도 기준 순서일 뿐 — 맵이 스케일을 보증 안 함(D등급)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다크라이드로 성 내부를 둘러보다 레드 드래곤과 마주치며 급강하·급발진. 526m·최고 56km/h, 번쩍이는 조명 연출. 100~120cm 보호자 동반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5196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닌자 원소의 힘을 깨워 즐기는 360도 스핀 액션. 핸들을 직접 돌려 회전 속도 조절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라이드 — 손으로 불·얼음·번개·대지 파워를 쏘며 스크린 속 대모험. 총 쏘는 동작이라 8세가 좋아할 만함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높이 전망대. 파크 전체와 호수 조망. 스릴 없음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5196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정글짐을 등반한 뒤 자유낙하로 하강. 반복 탑승하는 아이들 많음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보트를 조종하며 파도와 물대포를 회피·명중. 확실히 젖음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해상 경비대 보트로 부둣가를 순찰하며 장애물 회피. Wave Racers보다 덜 젖음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5196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페달·핸들로 직접 힘을 줘 얼마나 높이 나는지 겨루는 라이드. 체력 소모 있음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4672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작아져 LEGO 생산 과정을 구경하는 다크라이드. 아시아 레고랜드 중 이 파크 전용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RE-VERIFIED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다시 제대로 확인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정정 — “하루 6회, 11:30/13:30/15:30”는 근거가 부족했습니다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페이지 원문을 다시 직접 받아 확인한 결과, 상영 시각은 어디에도 고정 시간표로 나오지 않습니다. 대신 페이지가 두 번이나 명시적으로 이렇게 말합니다: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“Download our mobile app for showtimes!” — 공식 페이지 원문(영문), 2회 반복 게재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 시각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고정 시간표 없음 — 공식 앱에서 당일 확인 필요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LEGO City 구간(13:00~14:05) 안에서 도착 즉시 앱으로 상영 시각을 확인하고 그 사이 시간에 맞춰 넣습니다.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상영 시각 — 공식 앱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2026-09-22T22:06:40Z</dcterms:created>
  <dcterms:modified xsi:type="dcterms:W3CDTF">2026-09-22T22:06:40Z</dcterms:modified>
</cp:coreProperties>
</file>