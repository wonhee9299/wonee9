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54864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18872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5" name="Shape 3"/>
          <p:cNvSpPr/>
          <p:nvPr/>
        </p:nvSpPr>
        <p:spPr>
          <a:xfrm>
            <a:off x="11064240" y="118872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중심 · 문 앞 → 문 앞 최종 일정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86080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03320"/>
            <a:ext cx="1860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2026-09-23(수)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644" y="3703320"/>
            <a:ext cx="124358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66644" y="37033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출발·복귀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3108" y="3703320"/>
            <a:ext cx="149047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3108" y="3703320"/>
            <a:ext cx="149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아빠+8세+3세후반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6460" y="3703320"/>
            <a:ext cx="87325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6460" y="3703320"/>
            <a:ext cx="8732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지참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6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도보(PINK) 실측 반영 · 드래곤 100~120cm 재확인 · 영화 상영시간 재검증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상황 — 공연 없이 드래곤에 집중하는 이유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공연 없음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V.I.M 몬스터파티는 화·수 제외 운영 — 수요일인 내일은 안 열림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691640"/>
            <a:ext cx="502920" cy="50292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최고 24~29℃ · 최저 12~20℃, 대체로 맑음. 일교차 커서 겉옷 필요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691640"/>
            <a:ext cx="502920" cy="502920"/>
          </a:xfrm>
          <a:prstGeom prst="ellipse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= 최고 인기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파크 유일 스릴라이드이자 최고 인기 — “사람 적을 것” 낙관 금지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11247120" cy="2331720"/>
          </a:xfrm>
          <a:prstGeom prst="roundRect">
            <a:avLst>
              <a:gd name="adj" fmla="val 313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348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내일은 시즌 이벤트가 거의 없는 날입니다. 시간표에 맞출 공연이 없으니, 하루를 “드래곤 코스터를 몇 번 타느냐” 하나에 맞춰 설계했습니다. 개장 직후(55분)와 폐장 전(65분), 두 번 몰아서 집중 탑승하고, 그 사이에 스탬프 6곳 · 어트랙션 9종 · 영화 1편 · 점심을 끼워 넣는 구조입니다.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1/2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07:55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웨건 · 도시락(밥+스팸) · 여벌옷 적재 후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09:05~09:15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69분(무정체 기준) + 여유 — 하중도 주차장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09:15~09:25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우선 요청(도보 최단), 화장실 미리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09:25~09:35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→ 입구, 실측 약 450~500m · 8~10분 (기존 “5분” 통설보다 김)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09:35~10:00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대기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 대기, 짐 정리, 몬스터 랠리 전단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입장 → 캐슬 방향 직행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10:05~11:00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1차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55분 — 내려서 바로 재입장 반복. 스탬프① 자동 완료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11:00~11:15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캐슬존 잔여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Merlin's Flying Machines (90~120cm 동반)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11:15~12:00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 World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Masters of Spinjitzu + LEGO NINJAGO The Ride — 스탬프②③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2/2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12:00~12:45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점심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밥+스팸 도시락 (외부음식 반입은 권고 수준, 강제 아님)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12:45~13:25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Bricktopia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LEGOLAND Lookout(스탬프④) + 브릭토피아 라운지(스탬프⑤) + Monkey Climb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13:25~14:35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 City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Racers(젖음) → Coast Guard Academy → Palace 4D Cinema — 다음 슬라이드 참고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14:35~14:55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환복·휴식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물놀이 옷 갈아입기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14:55~16:00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2차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65분 — 폐장 전 두 번째로 비는 시간대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16:00~16:30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 Street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 Factory Adventure Ride — 스탬프⑥ 완성! 리워드(배지+젤리)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16:30~16:40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→ PINK, 8~10분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16:40~16:55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출차 준비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사전 정산, 웨건 정리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주차장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18:05~18:15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왕복 이동 약 2시간 20분(주행 69분×2 + 도보 20분)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PARKING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주차 — PINK 도보, 실측 거리로 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실측 결과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450~500m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→ 입구, 직선거리 (사용자 제공 실제 지도, 축척 실측)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08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8~10분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도보 소요 추정 — 통설 “5분”보다 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12,000원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왕복 주차 고정 요금(5시간 초과 시 일 최대, 그 이상 추가 없음)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갓길주차 — 검토했지만 비권장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116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 승용차용 공식 정차 구역 없음 — 입구 앞 하차 구역은 대형버스·단체차량 전용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솔로 대디 특성상 “드롭오프 후 혼자 가서 주차” 방식 자체가 성립 안 함(아이 둘을 두고 갈 수 없음)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리조트 사유지 진입로라 단속 가능성 배제 못 함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1148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PINK로 걸어가되, 8~10분을 감안하고 셔틀(BLUE·YELLOW 중앙통로)을 백업으로 둔다.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ATTRACTIONS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탈 어트랙션 9종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53619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813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556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029968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실내 다크라이드 후 레드 드래곤과 마주치며 급강하. 526m·56km/h. 100~120cm 동반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16552" y="153619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6552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4813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Masters of Spinjitzu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556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2029968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핸들로 회전 속도 조절하는 360도 스핀 라이드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1371600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11312" y="153619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14813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The Ride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17556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2029968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4D — 손으로 불·얼음·번개·대지 파워를 쏘는 대모험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953512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" y="311810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LEGOLAND Lookout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375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611880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43m 전망대. 스릴 없이 파크 전경 조망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51960" y="2953512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16552" y="311810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655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Monkey Climb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375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16552" y="3611880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그물 정글짐 등반 후 자유낙하 하강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46720" y="2953512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1312" y="311810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131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59536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Wave Racers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33375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3611880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보트로 파도·물대포 회피. 확실히 젖음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535424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" y="4700016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" y="4700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64515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Coast Guard Academy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05840" y="49194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5193792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보트로 부둣가 순찰. Wave Racers보다 덜 젖음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251960" y="4535424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416552" y="4700016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16552" y="4700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4800600" y="464515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Merlin's Flying Machines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800600" y="49194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416552" y="5193792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직접 힘을 줘 비행 높이를 겨루는 라이드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046720" y="4535424"/>
            <a:ext cx="365760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8211312" y="4700016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211312" y="4700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464515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Factory Adventure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595360" y="49194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 Street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11312" y="5193792"/>
            <a:ext cx="3328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미니피겨 크기로 LEGO 생산 과정 견학. 이 파크 전용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CINEMA — RE-VERIFIED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영화 — Palace 4D Cinema, 다시 제대로 확인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정정 — “하루 6회, 11:30/13:30/15:30”는 근거가 부족했습니다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10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공식 페이지 원문을 다시 직접 받아 확인한 결과, 상영 시각은 어디에도 고정 시간표로 나오지 않습니다. 대신 페이지가 두 번이나 명시적으로 이렇게 말합니다: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“Download our mobile app for showtimes!” — 공식 페이지 원문(영문), 2회 반복 게재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589520"/>
                <a:gridCol w="128016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상영작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LEGO® CITY 4D: Officer in Pursuit (한국어 ‘추격하는 경찰관!’)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미니피겨 경찰이 범인을 쫓는 4D 코미디 액션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소요·좌석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10분 / 497석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효과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대형 스크린 + 입체 사운드 + 물·바람·거품·인공눈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 시각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고정 시간표 없음 — 공식 앱에서 당일 확인 필요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신장·나이 제한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없음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LEGO City 구간(13:25~14:35) 안에서 도착 즉시 앱으로 상영 시각을 확인하고 그 사이 시간에 맞춰 넣습니다.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STAMPS &amp; CHECKLIST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 · 최종 체크리스트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 Masters of Spinjitzu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NINJAGO The Ride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 LEGOLAND Lookout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840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 브릭토피아 라운지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 Factory Adventure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완주 시 몬스터 배지 + 젤리 수령 (16:00~16:30, Brick Street)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현장에서 마지막으로 확인할 것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배정 가능 여부 (안내 요원에게 요청)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395728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전단 — 스탬프 6곳 정확한 목록 재확인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2962656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91693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Palace 4D Cinema 상영 시각 — 공식 앱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52958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34838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대기시간 — 10:05 첫 확인 후 몰아타기 지속 여부 판단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09651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4050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셔틀 탑재 가능 여부(PINK 도보로 대체 시 불필요)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2026-09-22T11:41:24Z</dcterms:created>
  <dcterms:modified xsi:type="dcterms:W3CDTF">2026-09-22T11:41:24Z</dcterms:modified>
</cp:coreProperties>
</file>